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CE3DE46-9CD1-4B1F-B74F-BB834D1094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9408547-0C4C-4E56-949F-E73756E1E6E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539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3DE46-9CD1-4B1F-B74F-BB834D1094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8547-0C4C-4E56-949F-E73756E1E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820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3DE46-9CD1-4B1F-B74F-BB834D1094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8547-0C4C-4E56-949F-E73756E1E6EF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112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3DE46-9CD1-4B1F-B74F-BB834D1094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8547-0C4C-4E56-949F-E73756E1E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883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3DE46-9CD1-4B1F-B74F-BB834D1094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8547-0C4C-4E56-949F-E73756E1E6EF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088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3DE46-9CD1-4B1F-B74F-BB834D1094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8547-0C4C-4E56-949F-E73756E1E6E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90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3DE46-9CD1-4B1F-B74F-BB834D1094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8547-0C4C-4E56-949F-E73756E1E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47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3DE46-9CD1-4B1F-B74F-BB834D1094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8547-0C4C-4E56-949F-E73756E1E6EF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739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3DE46-9CD1-4B1F-B74F-BB834D1094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8547-0C4C-4E56-949F-E73756E1E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82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3DE46-9CD1-4B1F-B74F-BB834D1094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8547-0C4C-4E56-949F-E73756E1E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91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3DE46-9CD1-4B1F-B74F-BB834D1094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8547-0C4C-4E56-949F-E73756E1E6E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851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3DE46-9CD1-4B1F-B74F-BB834D1094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8547-0C4C-4E56-949F-E73756E1E6E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243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3DE46-9CD1-4B1F-B74F-BB834D1094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8547-0C4C-4E56-949F-E73756E1E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987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3DE46-9CD1-4B1F-B74F-BB834D1094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8547-0C4C-4E56-949F-E73756E1E6E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90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3DE46-9CD1-4B1F-B74F-BB834D1094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8547-0C4C-4E56-949F-E73756E1E6E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0101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3DE46-9CD1-4B1F-B74F-BB834D1094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8547-0C4C-4E56-949F-E73756E1E6E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346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3DE46-9CD1-4B1F-B74F-BB834D1094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8547-0C4C-4E56-949F-E73756E1E6E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810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CE3DE46-9CD1-4B1F-B74F-BB834D109406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9408547-0C4C-4E56-949F-E73756E1E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37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27205F2-4511-4052-84E6-54B659E4C34A}"/>
              </a:ext>
            </a:extLst>
          </p:cNvPr>
          <p:cNvSpPr txBox="1"/>
          <p:nvPr/>
        </p:nvSpPr>
        <p:spPr>
          <a:xfrm>
            <a:off x="3272118" y="2617705"/>
            <a:ext cx="55312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TEAM</a:t>
            </a:r>
            <a:endParaRPr lang="en-IN" sz="6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36617E-9EEE-4AF9-9EFB-F71AB1601A38}"/>
              </a:ext>
            </a:extLst>
          </p:cNvPr>
          <p:cNvSpPr txBox="1"/>
          <p:nvPr/>
        </p:nvSpPr>
        <p:spPr>
          <a:xfrm>
            <a:off x="3128682" y="3429000"/>
            <a:ext cx="59346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CTRLALTDEFEAT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011139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E5A92D-C790-4D4B-94A1-7826329C9E6D}"/>
              </a:ext>
            </a:extLst>
          </p:cNvPr>
          <p:cNvSpPr/>
          <p:nvPr/>
        </p:nvSpPr>
        <p:spPr>
          <a:xfrm>
            <a:off x="725167" y="671464"/>
            <a:ext cx="107137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AI CAREER DECISION SIMULATOR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EC13A9-8DA4-47D0-96C2-64874B2DCD93}"/>
              </a:ext>
            </a:extLst>
          </p:cNvPr>
          <p:cNvSpPr txBox="1"/>
          <p:nvPr/>
        </p:nvSpPr>
        <p:spPr>
          <a:xfrm>
            <a:off x="1021976" y="1470208"/>
            <a:ext cx="10416988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DEFINITION</a:t>
            </a:r>
            <a:br>
              <a:rPr lang="en-US" dirty="0"/>
            </a:br>
            <a:r>
              <a:rPr lang="en-US" sz="1400" dirty="0"/>
              <a:t>Millions of students make critical career decisions based on:</a:t>
            </a:r>
          </a:p>
          <a:p>
            <a:r>
              <a:rPr lang="en-US" sz="1400" dirty="0"/>
              <a:t>Outdated guidance and social pressure </a:t>
            </a:r>
          </a:p>
          <a:p>
            <a:r>
              <a:rPr lang="en-US" sz="1400" dirty="0"/>
              <a:t>Lack of data on long-term outcomes </a:t>
            </a:r>
          </a:p>
          <a:p>
            <a:r>
              <a:rPr lang="en-US" sz="1400" dirty="0"/>
              <a:t>No visibility into financial stability, job saturation, or mental health impact </a:t>
            </a:r>
          </a:p>
          <a:p>
            <a:r>
              <a:rPr lang="en-US" sz="1400" dirty="0"/>
              <a:t>This leads to:</a:t>
            </a:r>
          </a:p>
          <a:p>
            <a:r>
              <a:rPr lang="en-US" sz="1400" dirty="0"/>
              <a:t>Poor career choices </a:t>
            </a:r>
          </a:p>
          <a:p>
            <a:r>
              <a:rPr lang="en-US" sz="1400" dirty="0"/>
              <a:t>Financial loss for families </a:t>
            </a:r>
          </a:p>
          <a:p>
            <a:r>
              <a:rPr lang="en-US" sz="1400" dirty="0"/>
              <a:t>Increased stress and uncertainty </a:t>
            </a:r>
          </a:p>
          <a:p>
            <a:endParaRPr lang="en-US" sz="1400" dirty="0"/>
          </a:p>
          <a:p>
            <a:r>
              <a:rPr lang="en-US" b="1" dirty="0"/>
              <a:t>EXISTING GAP</a:t>
            </a:r>
            <a:br>
              <a:rPr lang="en-US" dirty="0"/>
            </a:br>
            <a:r>
              <a:rPr lang="en-US" sz="1400" dirty="0"/>
              <a:t>Current platforms only answer:</a:t>
            </a:r>
            <a:br>
              <a:rPr lang="en-US" sz="1400" dirty="0"/>
            </a:br>
            <a:r>
              <a:rPr lang="en-US" sz="1400" i="1" dirty="0"/>
              <a:t>“Which career suits me?”</a:t>
            </a:r>
            <a:endParaRPr lang="en-US" sz="1400" dirty="0"/>
          </a:p>
          <a:p>
            <a:r>
              <a:rPr lang="en-US" sz="1400" dirty="0"/>
              <a:t>But fail to answer:</a:t>
            </a:r>
            <a:br>
              <a:rPr lang="en-US" sz="1400" dirty="0"/>
            </a:br>
            <a:r>
              <a:rPr lang="en-US" sz="1400" i="1" dirty="0"/>
              <a:t>“What will my life look like after choosing this career?”</a:t>
            </a:r>
          </a:p>
          <a:p>
            <a:endParaRPr lang="en-US" sz="1400" i="1" dirty="0"/>
          </a:p>
          <a:p>
            <a:r>
              <a:rPr lang="en-US" b="1" dirty="0"/>
              <a:t>PROPOSED SOLUTION</a:t>
            </a:r>
            <a:br>
              <a:rPr lang="en-US" dirty="0"/>
            </a:br>
            <a:r>
              <a:rPr lang="en-US" sz="1400" dirty="0"/>
              <a:t>An AI-powered platform that simulates </a:t>
            </a:r>
            <a:r>
              <a:rPr lang="en-US" sz="1400" b="1" dirty="0"/>
              <a:t>complete life outcomes</a:t>
            </a:r>
            <a:r>
              <a:rPr lang="en-US" sz="1400" dirty="0"/>
              <a:t> for different career paths, enabling students to make </a:t>
            </a:r>
            <a:r>
              <a:rPr lang="en-US" sz="1400" b="1" dirty="0"/>
              <a:t>data-driven, future-aware decisions</a:t>
            </a:r>
            <a:r>
              <a:rPr lang="en-US" sz="140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959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3C455D-5CCD-401C-838D-ACBE95B5EDBE}"/>
              </a:ext>
            </a:extLst>
          </p:cNvPr>
          <p:cNvSpPr txBox="1"/>
          <p:nvPr/>
        </p:nvSpPr>
        <p:spPr>
          <a:xfrm flipH="1">
            <a:off x="2008095" y="645460"/>
            <a:ext cx="8364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/>
              <a:t>FEATURES, IMPACT &amp; SCALABILITY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F560B-1045-4BF7-B6B9-DB50C2F93889}"/>
              </a:ext>
            </a:extLst>
          </p:cNvPr>
          <p:cNvSpPr txBox="1"/>
          <p:nvPr/>
        </p:nvSpPr>
        <p:spPr>
          <a:xfrm>
            <a:off x="932330" y="1676400"/>
            <a:ext cx="47961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 FUTURE LIFE SIMULATOR</a:t>
            </a:r>
            <a:endParaRPr lang="en-IN" dirty="0"/>
          </a:p>
          <a:p>
            <a:r>
              <a:rPr lang="en-IN" dirty="0"/>
              <a:t>Projects salary growth, savings, and lifestyle </a:t>
            </a:r>
          </a:p>
          <a:p>
            <a:r>
              <a:rPr lang="en-IN" dirty="0"/>
              <a:t>Evaluates stress levels and work-life balance</a:t>
            </a:r>
          </a:p>
          <a:p>
            <a:r>
              <a:rPr lang="en-IN" dirty="0"/>
              <a:t> </a:t>
            </a:r>
          </a:p>
          <a:p>
            <a:r>
              <a:rPr lang="en-IN" b="1" dirty="0"/>
              <a:t>2. ALTERNATE REALITY ENGINE</a:t>
            </a:r>
            <a:endParaRPr lang="en-IN" dirty="0"/>
          </a:p>
          <a:p>
            <a:r>
              <a:rPr lang="en-IN" dirty="0"/>
              <a:t>Simulates different scenarios: </a:t>
            </a:r>
          </a:p>
          <a:p>
            <a:pPr lvl="1"/>
            <a:r>
              <a:rPr lang="en-IN" dirty="0"/>
              <a:t>Career switch </a:t>
            </a:r>
          </a:p>
          <a:p>
            <a:pPr lvl="1"/>
            <a:r>
              <a:rPr lang="en-IN" dirty="0"/>
              <a:t>Studying abroad </a:t>
            </a:r>
          </a:p>
          <a:p>
            <a:pPr lvl="1"/>
            <a:r>
              <a:rPr lang="en-IN" dirty="0"/>
              <a:t>Failure or delays </a:t>
            </a:r>
          </a:p>
          <a:p>
            <a:r>
              <a:rPr lang="en-IN" dirty="0"/>
              <a:t>Provides risk vs reward analysis</a:t>
            </a:r>
          </a:p>
          <a:p>
            <a:r>
              <a:rPr lang="en-IN" dirty="0"/>
              <a:t> </a:t>
            </a:r>
          </a:p>
          <a:p>
            <a:r>
              <a:rPr lang="en-IN" b="1" dirty="0"/>
              <a:t>3. AI RISK RADAR</a:t>
            </a:r>
            <a:endParaRPr lang="en-IN" dirty="0"/>
          </a:p>
          <a:p>
            <a:r>
              <a:rPr lang="en-IN" dirty="0"/>
              <a:t>Identifies automation risk </a:t>
            </a:r>
          </a:p>
          <a:p>
            <a:r>
              <a:rPr lang="en-IN" dirty="0"/>
              <a:t>Tracks job market demand &amp; saturation </a:t>
            </a:r>
          </a:p>
          <a:p>
            <a:r>
              <a:rPr lang="en-IN" dirty="0"/>
              <a:t>Suggests future-proof skills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59CDE6-2EAF-423D-8637-A69F943D284A}"/>
              </a:ext>
            </a:extLst>
          </p:cNvPr>
          <p:cNvSpPr txBox="1"/>
          <p:nvPr/>
        </p:nvSpPr>
        <p:spPr>
          <a:xfrm>
            <a:off x="6284259" y="1953399"/>
            <a:ext cx="47961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REAL-WORLD IMPACT</a:t>
            </a:r>
            <a:endParaRPr lang="en-IN" sz="2400" dirty="0"/>
          </a:p>
          <a:p>
            <a:r>
              <a:rPr lang="en-IN" dirty="0"/>
              <a:t>Minimizes wrong career decisions </a:t>
            </a:r>
          </a:p>
          <a:p>
            <a:r>
              <a:rPr lang="en-IN" dirty="0"/>
              <a:t>Reduces financial burden on families </a:t>
            </a:r>
          </a:p>
          <a:p>
            <a:r>
              <a:rPr lang="en-IN" dirty="0"/>
              <a:t>Helps students plan long-term careers confidently</a:t>
            </a:r>
          </a:p>
          <a:p>
            <a:endParaRPr lang="en-IN" sz="2400" b="1" dirty="0"/>
          </a:p>
          <a:p>
            <a:r>
              <a:rPr lang="en-IN" sz="2400" b="1" dirty="0"/>
              <a:t>SCALABILITY MODEL</a:t>
            </a:r>
            <a:endParaRPr lang="en-IN" dirty="0"/>
          </a:p>
          <a:p>
            <a:r>
              <a:rPr lang="en-IN" dirty="0"/>
              <a:t>Phase 1: Direct student reports (₹99–₹499) </a:t>
            </a:r>
          </a:p>
          <a:p>
            <a:r>
              <a:rPr lang="en-IN" dirty="0"/>
              <a:t>Phase 2: B2B solutions for colleges &amp; institutes </a:t>
            </a:r>
          </a:p>
          <a:p>
            <a:r>
              <a:rPr lang="en-IN" dirty="0"/>
              <a:t>Phase 3: Integration with EdTech platforms </a:t>
            </a:r>
          </a:p>
          <a:p>
            <a:r>
              <a:rPr lang="en-IN" dirty="0"/>
              <a:t>Phase 4: Expansion to global markets</a:t>
            </a:r>
          </a:p>
          <a:p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A12C5F-8A9C-442E-A9DF-EF6F478C096E}"/>
              </a:ext>
            </a:extLst>
          </p:cNvPr>
          <p:cNvCxnSpPr/>
          <p:nvPr/>
        </p:nvCxnSpPr>
        <p:spPr>
          <a:xfrm>
            <a:off x="5638800" y="1434353"/>
            <a:ext cx="0" cy="46795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667072-CDC3-4CB3-B978-A23944B7C9FF}"/>
              </a:ext>
            </a:extLst>
          </p:cNvPr>
          <p:cNvCxnSpPr>
            <a:cxnSpLocks/>
          </p:cNvCxnSpPr>
          <p:nvPr/>
        </p:nvCxnSpPr>
        <p:spPr>
          <a:xfrm flipH="1">
            <a:off x="663388" y="4572000"/>
            <a:ext cx="49754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51EDE47-CDDC-4E31-AA78-64070FC6277E}"/>
              </a:ext>
            </a:extLst>
          </p:cNvPr>
          <p:cNvCxnSpPr>
            <a:cxnSpLocks/>
          </p:cNvCxnSpPr>
          <p:nvPr/>
        </p:nvCxnSpPr>
        <p:spPr>
          <a:xfrm>
            <a:off x="663388" y="2725271"/>
            <a:ext cx="49754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CD4E36-DAC2-40E5-AC2E-508354E90E4E}"/>
              </a:ext>
            </a:extLst>
          </p:cNvPr>
          <p:cNvCxnSpPr>
            <a:cxnSpLocks/>
          </p:cNvCxnSpPr>
          <p:nvPr/>
        </p:nvCxnSpPr>
        <p:spPr>
          <a:xfrm>
            <a:off x="5638800" y="3429000"/>
            <a:ext cx="581809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0938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19</TotalTime>
  <Words>235</Words>
  <Application>Microsoft Office PowerPoint</Application>
  <PresentationFormat>Widescreen</PresentationFormat>
  <Paragraphs>42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Garamond</vt:lpstr>
      <vt:lpstr>Organic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varun</dc:creator>
  <cp:lastModifiedBy>varun</cp:lastModifiedBy>
  <cp:revision>1</cp:revision>
  <dcterms:created xsi:type="dcterms:W3CDTF">2026-04-17T05:29:46Z</dcterms:created>
  <dcterms:modified xsi:type="dcterms:W3CDTF">2026-04-17T05:49:09Z</dcterms:modified>
</cp:coreProperties>
</file>